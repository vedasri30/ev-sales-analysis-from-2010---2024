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60" r:id="rId4"/>
    <p:sldId id="263" r:id="rId5"/>
    <p:sldId id="268" r:id="rId6"/>
    <p:sldId id="262" r:id="rId7"/>
    <p:sldId id="264" r:id="rId8"/>
    <p:sldId id="265" r:id="rId9"/>
    <p:sldId id="261" r:id="rId10"/>
    <p:sldId id="266" r:id="rId11"/>
    <p:sldId id="269" r:id="rId12"/>
    <p:sldId id="267" r:id="rId13"/>
    <p:sldId id="259" r:id="rId14"/>
  </p:sldIdLst>
  <p:sldSz cx="12192000" cy="6858000"/>
  <p:notesSz cx="6858000" cy="9144000"/>
  <p:embeddedFontLst>
    <p:embeddedFont>
      <p:font typeface="Libre Baskerville" panose="02000000000000000000" pitchFamily="2" charset="0"/>
      <p:regular r:id="rId16"/>
      <p:bold r:id="rId17"/>
      <p: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A28EB6-1813-4419-90A3-03E5B62126A7}" v="102" dt="2026-01-02T17:31:01.8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dasri bhonagiri" userId="169ccbff51752469" providerId="LiveId" clId="{D444F52B-49E7-47E5-B67E-54F2969578BB}"/>
    <pc:docChg chg="undo custSel addSld delSld modSld sldOrd">
      <pc:chgData name="vedasri bhonagiri" userId="169ccbff51752469" providerId="LiveId" clId="{D444F52B-49E7-47E5-B67E-54F2969578BB}" dt="2026-01-02T17:31:01.820" v="2581"/>
      <pc:docMkLst>
        <pc:docMk/>
      </pc:docMkLst>
      <pc:sldChg chg="modSp mod modTransition">
        <pc:chgData name="vedasri bhonagiri" userId="169ccbff51752469" providerId="LiveId" clId="{D444F52B-49E7-47E5-B67E-54F2969578BB}" dt="2026-01-02T17:31:01.820" v="2581"/>
        <pc:sldMkLst>
          <pc:docMk/>
          <pc:sldMk cId="0" sldId="256"/>
        </pc:sldMkLst>
        <pc:spChg chg="mod">
          <ac:chgData name="vedasri bhonagiri" userId="169ccbff51752469" providerId="LiveId" clId="{D444F52B-49E7-47E5-B67E-54F2969578BB}" dt="2026-01-02T05:35:33.865" v="737" actId="122"/>
          <ac:spMkLst>
            <pc:docMk/>
            <pc:sldMk cId="0" sldId="256"/>
            <ac:spMk id="99" creationId="{00000000-0000-0000-0000-000000000000}"/>
          </ac:spMkLst>
        </pc:spChg>
        <pc:picChg chg="mod">
          <ac:chgData name="vedasri bhonagiri" userId="169ccbff51752469" providerId="LiveId" clId="{D444F52B-49E7-47E5-B67E-54F2969578BB}" dt="2026-01-02T05:35:22.840" v="734" actId="1076"/>
          <ac:picMkLst>
            <pc:docMk/>
            <pc:sldMk cId="0" sldId="256"/>
            <ac:picMk id="98" creationId="{00000000-0000-0000-0000-000000000000}"/>
          </ac:picMkLst>
        </pc:picChg>
      </pc:sldChg>
      <pc:sldChg chg="del">
        <pc:chgData name="vedasri bhonagiri" userId="169ccbff51752469" providerId="LiveId" clId="{D444F52B-49E7-47E5-B67E-54F2969578BB}" dt="2026-01-02T05:10:50.632" v="99" actId="2696"/>
        <pc:sldMkLst>
          <pc:docMk/>
          <pc:sldMk cId="0" sldId="257"/>
        </pc:sldMkLst>
      </pc:sldChg>
      <pc:sldChg chg="modSp mod modTransition">
        <pc:chgData name="vedasri bhonagiri" userId="169ccbff51752469" providerId="LiveId" clId="{D444F52B-49E7-47E5-B67E-54F2969578BB}" dt="2026-01-02T17:31:01.820" v="2581"/>
        <pc:sldMkLst>
          <pc:docMk/>
          <pc:sldMk cId="0" sldId="258"/>
        </pc:sldMkLst>
        <pc:spChg chg="mod">
          <ac:chgData name="vedasri bhonagiri" userId="169ccbff51752469" providerId="LiveId" clId="{D444F52B-49E7-47E5-B67E-54F2969578BB}" dt="2026-01-01T11:46:54.465" v="34" actId="2711"/>
          <ac:spMkLst>
            <pc:docMk/>
            <pc:sldMk cId="0" sldId="258"/>
            <ac:spMk id="110" creationId="{00000000-0000-0000-0000-000000000000}"/>
          </ac:spMkLst>
        </pc:spChg>
        <pc:spChg chg="mod">
          <ac:chgData name="vedasri bhonagiri" userId="169ccbff51752469" providerId="LiveId" clId="{D444F52B-49E7-47E5-B67E-54F2969578BB}" dt="2026-01-02T06:29:47.453" v="2542" actId="20577"/>
          <ac:spMkLst>
            <pc:docMk/>
            <pc:sldMk cId="0" sldId="258"/>
            <ac:spMk id="111" creationId="{00000000-0000-0000-0000-000000000000}"/>
          </ac:spMkLst>
        </pc:spChg>
      </pc:sldChg>
      <pc:sldChg chg="addSp delSp modSp mod modTransition">
        <pc:chgData name="vedasri bhonagiri" userId="169ccbff51752469" providerId="LiveId" clId="{D444F52B-49E7-47E5-B67E-54F2969578BB}" dt="2026-01-02T17:31:01.820" v="2581"/>
        <pc:sldMkLst>
          <pc:docMk/>
          <pc:sldMk cId="1079404525" sldId="260"/>
        </pc:sldMkLst>
        <pc:spChg chg="mod">
          <ac:chgData name="vedasri bhonagiri" userId="169ccbff51752469" providerId="LiveId" clId="{D444F52B-49E7-47E5-B67E-54F2969578BB}" dt="2026-01-02T05:20:57.273" v="651" actId="207"/>
          <ac:spMkLst>
            <pc:docMk/>
            <pc:sldMk cId="1079404525" sldId="260"/>
            <ac:spMk id="2" creationId="{D6846166-CE21-B816-221E-709EFABD61FE}"/>
          </ac:spMkLst>
        </pc:spChg>
        <pc:spChg chg="add del mod">
          <ac:chgData name="vedasri bhonagiri" userId="169ccbff51752469" providerId="LiveId" clId="{D444F52B-49E7-47E5-B67E-54F2969578BB}" dt="2026-01-02T05:41:35.424" v="1375" actId="20577"/>
          <ac:spMkLst>
            <pc:docMk/>
            <pc:sldMk cId="1079404525" sldId="260"/>
            <ac:spMk id="3" creationId="{31E64101-3BB6-960C-FE9A-B595AC937EDF}"/>
          </ac:spMkLst>
        </pc:spChg>
        <pc:spChg chg="add mod">
          <ac:chgData name="vedasri bhonagiri" userId="169ccbff51752469" providerId="LiveId" clId="{D444F52B-49E7-47E5-B67E-54F2969578BB}" dt="2026-01-01T12:02:35.410" v="89" actId="6549"/>
          <ac:spMkLst>
            <pc:docMk/>
            <pc:sldMk cId="1079404525" sldId="260"/>
            <ac:spMk id="4" creationId="{3B686E02-33B1-B3CE-3568-73645F48BD5C}"/>
          </ac:spMkLst>
        </pc:spChg>
        <pc:spChg chg="add del mod">
          <ac:chgData name="vedasri bhonagiri" userId="169ccbff51752469" providerId="LiveId" clId="{D444F52B-49E7-47E5-B67E-54F2969578BB}" dt="2026-01-02T05:38:35.685" v="901" actId="1076"/>
          <ac:spMkLst>
            <pc:docMk/>
            <pc:sldMk cId="1079404525" sldId="260"/>
            <ac:spMk id="4" creationId="{6138A7A0-C21E-860F-5F0C-DAC3BB37360B}"/>
          </ac:spMkLst>
        </pc:spChg>
        <pc:spChg chg="add del mod">
          <ac:chgData name="vedasri bhonagiri" userId="169ccbff51752469" providerId="LiveId" clId="{D444F52B-49E7-47E5-B67E-54F2969578BB}" dt="2026-01-01T12:02:37.495" v="91"/>
          <ac:spMkLst>
            <pc:docMk/>
            <pc:sldMk cId="1079404525" sldId="260"/>
            <ac:spMk id="5" creationId="{C3032B8D-B9CD-5655-E780-CB4BAB80E2DB}"/>
          </ac:spMkLst>
        </pc:spChg>
        <pc:spChg chg="add mod">
          <ac:chgData name="vedasri bhonagiri" userId="169ccbff51752469" providerId="LiveId" clId="{D444F52B-49E7-47E5-B67E-54F2969578BB}" dt="2026-01-01T12:02:08.635" v="81" actId="478"/>
          <ac:spMkLst>
            <pc:docMk/>
            <pc:sldMk cId="1079404525" sldId="260"/>
            <ac:spMk id="6" creationId="{9AB02FF5-0312-AA27-9042-21549C5F9151}"/>
          </ac:spMkLst>
        </pc:spChg>
        <pc:spChg chg="add del mod">
          <ac:chgData name="vedasri bhonagiri" userId="169ccbff51752469" providerId="LiveId" clId="{D444F52B-49E7-47E5-B67E-54F2969578BB}" dt="2026-01-02T05:22:01.144" v="661" actId="478"/>
          <ac:spMkLst>
            <pc:docMk/>
            <pc:sldMk cId="1079404525" sldId="260"/>
            <ac:spMk id="7" creationId="{36EF8A0C-BF98-AD65-D02A-76738503913A}"/>
          </ac:spMkLst>
        </pc:spChg>
      </pc:sldChg>
      <pc:sldChg chg="modTransition">
        <pc:chgData name="vedasri bhonagiri" userId="169ccbff51752469" providerId="LiveId" clId="{D444F52B-49E7-47E5-B67E-54F2969578BB}" dt="2026-01-02T17:31:01.820" v="2581"/>
        <pc:sldMkLst>
          <pc:docMk/>
          <pc:sldMk cId="1550386610" sldId="261"/>
        </pc:sldMkLst>
      </pc:sldChg>
      <pc:sldChg chg="modTransition">
        <pc:chgData name="vedasri bhonagiri" userId="169ccbff51752469" providerId="LiveId" clId="{D444F52B-49E7-47E5-B67E-54F2969578BB}" dt="2026-01-02T17:31:01.820" v="2581"/>
        <pc:sldMkLst>
          <pc:docMk/>
          <pc:sldMk cId="4170857218" sldId="262"/>
        </pc:sldMkLst>
      </pc:sldChg>
      <pc:sldChg chg="modSp mod modTransition">
        <pc:chgData name="vedasri bhonagiri" userId="169ccbff51752469" providerId="LiveId" clId="{D444F52B-49E7-47E5-B67E-54F2969578BB}" dt="2026-01-02T17:31:01.820" v="2581"/>
        <pc:sldMkLst>
          <pc:docMk/>
          <pc:sldMk cId="2067278555" sldId="263"/>
        </pc:sldMkLst>
        <pc:spChg chg="mod">
          <ac:chgData name="vedasri bhonagiri" userId="169ccbff51752469" providerId="LiveId" clId="{D444F52B-49E7-47E5-B67E-54F2969578BB}" dt="2026-01-02T05:24:08.292" v="693" actId="207"/>
          <ac:spMkLst>
            <pc:docMk/>
            <pc:sldMk cId="2067278555" sldId="263"/>
            <ac:spMk id="2" creationId="{772962F8-3741-2C0E-3161-A9140105219C}"/>
          </ac:spMkLst>
        </pc:spChg>
        <pc:spChg chg="mod">
          <ac:chgData name="vedasri bhonagiri" userId="169ccbff51752469" providerId="LiveId" clId="{D444F52B-49E7-47E5-B67E-54F2969578BB}" dt="2026-01-02T05:42:27.911" v="1504"/>
          <ac:spMkLst>
            <pc:docMk/>
            <pc:sldMk cId="2067278555" sldId="263"/>
            <ac:spMk id="3" creationId="{389AFCA6-DBE7-5BAE-656F-B71479F57CB5}"/>
          </ac:spMkLst>
        </pc:spChg>
      </pc:sldChg>
      <pc:sldChg chg="modTransition">
        <pc:chgData name="vedasri bhonagiri" userId="169ccbff51752469" providerId="LiveId" clId="{D444F52B-49E7-47E5-B67E-54F2969578BB}" dt="2026-01-02T17:31:01.820" v="2581"/>
        <pc:sldMkLst>
          <pc:docMk/>
          <pc:sldMk cId="1343788298" sldId="264"/>
        </pc:sldMkLst>
      </pc:sldChg>
      <pc:sldChg chg="modTransition">
        <pc:chgData name="vedasri bhonagiri" userId="169ccbff51752469" providerId="LiveId" clId="{D444F52B-49E7-47E5-B67E-54F2969578BB}" dt="2026-01-02T17:31:01.820" v="2581"/>
        <pc:sldMkLst>
          <pc:docMk/>
          <pc:sldMk cId="821322432" sldId="265"/>
        </pc:sldMkLst>
      </pc:sldChg>
      <pc:sldChg chg="addSp modSp mod modTransition">
        <pc:chgData name="vedasri bhonagiri" userId="169ccbff51752469" providerId="LiveId" clId="{D444F52B-49E7-47E5-B67E-54F2969578BB}" dt="2026-01-02T17:31:01.820" v="2581"/>
        <pc:sldMkLst>
          <pc:docMk/>
          <pc:sldMk cId="2193880525" sldId="266"/>
        </pc:sldMkLst>
        <pc:spChg chg="mod">
          <ac:chgData name="vedasri bhonagiri" userId="169ccbff51752469" providerId="LiveId" clId="{D444F52B-49E7-47E5-B67E-54F2969578BB}" dt="2026-01-02T05:20:12.963" v="640" actId="2711"/>
          <ac:spMkLst>
            <pc:docMk/>
            <pc:sldMk cId="2193880525" sldId="266"/>
            <ac:spMk id="2" creationId="{8058A316-140C-0F61-207B-13BD8EE79DCA}"/>
          </ac:spMkLst>
        </pc:spChg>
        <pc:spChg chg="mod">
          <ac:chgData name="vedasri bhonagiri" userId="169ccbff51752469" providerId="LiveId" clId="{D444F52B-49E7-47E5-B67E-54F2969578BB}" dt="2026-01-02T06:30:14.878" v="2546" actId="20577"/>
          <ac:spMkLst>
            <pc:docMk/>
            <pc:sldMk cId="2193880525" sldId="266"/>
            <ac:spMk id="3" creationId="{DE79D2DB-84BB-0E56-9874-F4235FEEA19D}"/>
          </ac:spMkLst>
        </pc:spChg>
        <pc:spChg chg="add">
          <ac:chgData name="vedasri bhonagiri" userId="169ccbff51752469" providerId="LiveId" clId="{D444F52B-49E7-47E5-B67E-54F2969578BB}" dt="2026-01-02T05:54:51.681" v="2202"/>
          <ac:spMkLst>
            <pc:docMk/>
            <pc:sldMk cId="2193880525" sldId="266"/>
            <ac:spMk id="4" creationId="{40B71196-5BFC-352A-2B45-16993ADB2A88}"/>
          </ac:spMkLst>
        </pc:spChg>
      </pc:sldChg>
      <pc:sldChg chg="modSp new mod modTransition">
        <pc:chgData name="vedasri bhonagiri" userId="169ccbff51752469" providerId="LiveId" clId="{D444F52B-49E7-47E5-B67E-54F2969578BB}" dt="2026-01-02T17:31:01.820" v="2581"/>
        <pc:sldMkLst>
          <pc:docMk/>
          <pc:sldMk cId="340376625" sldId="267"/>
        </pc:sldMkLst>
        <pc:spChg chg="mod">
          <ac:chgData name="vedasri bhonagiri" userId="169ccbff51752469" providerId="LiveId" clId="{D444F52B-49E7-47E5-B67E-54F2969578BB}" dt="2026-01-02T06:30:38.819" v="2580" actId="20577"/>
          <ac:spMkLst>
            <pc:docMk/>
            <pc:sldMk cId="340376625" sldId="267"/>
            <ac:spMk id="2" creationId="{9CAA4786-945D-4EC4-5318-81BD1D2C618E}"/>
          </ac:spMkLst>
        </pc:spChg>
        <pc:spChg chg="mod">
          <ac:chgData name="vedasri bhonagiri" userId="169ccbff51752469" providerId="LiveId" clId="{D444F52B-49E7-47E5-B67E-54F2969578BB}" dt="2026-01-02T06:29:04.804" v="2484" actId="20577"/>
          <ac:spMkLst>
            <pc:docMk/>
            <pc:sldMk cId="340376625" sldId="267"/>
            <ac:spMk id="3" creationId="{743BE67B-2B4B-D642-FAA6-385BC6CB81ED}"/>
          </ac:spMkLst>
        </pc:spChg>
      </pc:sldChg>
      <pc:sldChg chg="addSp modSp new mod modTransition">
        <pc:chgData name="vedasri bhonagiri" userId="169ccbff51752469" providerId="LiveId" clId="{D444F52B-49E7-47E5-B67E-54F2969578BB}" dt="2026-01-02T17:31:01.820" v="2581"/>
        <pc:sldMkLst>
          <pc:docMk/>
          <pc:sldMk cId="1637535436" sldId="268"/>
        </pc:sldMkLst>
        <pc:spChg chg="mod">
          <ac:chgData name="vedasri bhonagiri" userId="169ccbff51752469" providerId="LiveId" clId="{D444F52B-49E7-47E5-B67E-54F2969578BB}" dt="2026-01-02T05:51:31.518" v="2041" actId="20577"/>
          <ac:spMkLst>
            <pc:docMk/>
            <pc:sldMk cId="1637535436" sldId="268"/>
            <ac:spMk id="2" creationId="{14CE145F-9816-BABD-690D-EE8ECF5D4FD5}"/>
          </ac:spMkLst>
        </pc:spChg>
        <pc:spChg chg="mod">
          <ac:chgData name="vedasri bhonagiri" userId="169ccbff51752469" providerId="LiveId" clId="{D444F52B-49E7-47E5-B67E-54F2969578BB}" dt="2026-01-02T05:52:49.819" v="2197" actId="12"/>
          <ac:spMkLst>
            <pc:docMk/>
            <pc:sldMk cId="1637535436" sldId="268"/>
            <ac:spMk id="3" creationId="{BAFB5CCD-1800-0B3C-1B96-D67ECACD13C9}"/>
          </ac:spMkLst>
        </pc:spChg>
        <pc:spChg chg="add">
          <ac:chgData name="vedasri bhonagiri" userId="169ccbff51752469" providerId="LiveId" clId="{D444F52B-49E7-47E5-B67E-54F2969578BB}" dt="2026-01-02T05:43:06.757" v="1735"/>
          <ac:spMkLst>
            <pc:docMk/>
            <pc:sldMk cId="1637535436" sldId="268"/>
            <ac:spMk id="4" creationId="{8AA8DA03-1495-3C3C-31F0-534387CEE58D}"/>
          </ac:spMkLst>
        </pc:spChg>
        <pc:spChg chg="add mod">
          <ac:chgData name="vedasri bhonagiri" userId="169ccbff51752469" providerId="LiveId" clId="{D444F52B-49E7-47E5-B67E-54F2969578BB}" dt="2026-01-02T05:43:46.187" v="1773" actId="6549"/>
          <ac:spMkLst>
            <pc:docMk/>
            <pc:sldMk cId="1637535436" sldId="268"/>
            <ac:spMk id="5" creationId="{2797E6D8-6E16-644C-E231-F0D5C70CA9CE}"/>
          </ac:spMkLst>
        </pc:spChg>
        <pc:spChg chg="add">
          <ac:chgData name="vedasri bhonagiri" userId="169ccbff51752469" providerId="LiveId" clId="{D444F52B-49E7-47E5-B67E-54F2969578BB}" dt="2026-01-02T05:43:54.887" v="1777"/>
          <ac:spMkLst>
            <pc:docMk/>
            <pc:sldMk cId="1637535436" sldId="268"/>
            <ac:spMk id="6" creationId="{368DB510-12D1-DFF7-74CD-173949D82165}"/>
          </ac:spMkLst>
        </pc:spChg>
      </pc:sldChg>
      <pc:sldChg chg="modSp new mod ord modTransition">
        <pc:chgData name="vedasri bhonagiri" userId="169ccbff51752469" providerId="LiveId" clId="{D444F52B-49E7-47E5-B67E-54F2969578BB}" dt="2026-01-02T17:31:01.820" v="2581"/>
        <pc:sldMkLst>
          <pc:docMk/>
          <pc:sldMk cId="4141419057" sldId="269"/>
        </pc:sldMkLst>
        <pc:spChg chg="mod">
          <ac:chgData name="vedasri bhonagiri" userId="169ccbff51752469" providerId="LiveId" clId="{D444F52B-49E7-47E5-B67E-54F2969578BB}" dt="2026-01-02T05:18:24.362" v="620" actId="113"/>
          <ac:spMkLst>
            <pc:docMk/>
            <pc:sldMk cId="4141419057" sldId="269"/>
            <ac:spMk id="2" creationId="{B39AA08F-7EB9-C6DB-0348-6BEE47ADCE44}"/>
          </ac:spMkLst>
        </pc:spChg>
        <pc:spChg chg="mod">
          <ac:chgData name="vedasri bhonagiri" userId="169ccbff51752469" providerId="LiveId" clId="{D444F52B-49E7-47E5-B67E-54F2969578BB}" dt="2026-01-02T05:53:54.242" v="2200" actId="20577"/>
          <ac:spMkLst>
            <pc:docMk/>
            <pc:sldMk cId="4141419057" sldId="269"/>
            <ac:spMk id="3" creationId="{90CFBF48-E157-9741-F9F0-4429836D077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81951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135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32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Global Electric Vehicle Adoption Trends (2010–2024)</a:t>
            </a:r>
            <a:endParaRPr sz="3200" b="1" i="0" u="none" strike="noStrike" cap="none" dirty="0">
              <a:solidFill>
                <a:srgbClr val="000000"/>
              </a:solidFill>
              <a:latin typeface="Aptos Display" panose="020B0004020202020204" pitchFamily="34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E65338-D004-C452-983E-016E38494F2F}"/>
              </a:ext>
            </a:extLst>
          </p:cNvPr>
          <p:cNvSpPr txBox="1"/>
          <p:nvPr/>
        </p:nvSpPr>
        <p:spPr>
          <a:xfrm>
            <a:off x="8249266" y="5008502"/>
            <a:ext cx="33528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VEDASRI BHONAGIRI </a:t>
            </a:r>
          </a:p>
          <a:p>
            <a:endParaRPr lang="en-IN" dirty="0"/>
          </a:p>
          <a:p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no: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965"/>
    </mc:Choice>
    <mc:Fallback>
      <p:transition spd="slow" advTm="1996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85134" y="363794"/>
            <a:ext cx="10438937" cy="98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57200">
              <a:buSzPts val="2800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/ Global EV Market Overview.</a:t>
            </a:r>
          </a:p>
          <a:p>
            <a:pPr lvl="0" indent="-457200">
              <a:buSzPts val="2800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Problem.</a:t>
            </a:r>
          </a:p>
          <a:p>
            <a:pPr lvl="0" indent="-457200">
              <a:buSzPts val="2800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vehicles.</a:t>
            </a:r>
          </a:p>
          <a:p>
            <a:pPr indent="-457200">
              <a:buSzPts val="2800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EV Trends.</a:t>
            </a:r>
          </a:p>
          <a:p>
            <a:pPr indent="-457200">
              <a:buSzPts val="2800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and Category Trends.</a:t>
            </a:r>
          </a:p>
          <a:p>
            <a:pPr lvl="0" indent="-457200">
              <a:buSzPts val="2800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Powertrain and Mode Analysis.</a:t>
            </a:r>
          </a:p>
          <a:p>
            <a:pPr lvl="0" indent="-457200">
              <a:buSzPts val="2800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and Unit Analysis.</a:t>
            </a:r>
          </a:p>
          <a:p>
            <a:pPr lvl="0" indent="-457200">
              <a:buSzPts val="2800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Conclusion.</a:t>
            </a:r>
          </a:p>
          <a:p>
            <a:pPr indent="-457200">
              <a:buSzPts val="2800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5719"/>
    </mc:Choice>
    <mc:Fallback>
      <p:transition spd="slow" advTm="6571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46166-CE21-B816-221E-709EFABD6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64101-3BB6-960C-FE9A-B595AC937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Rising energy demand and climate concerns are driving a global shift toward electric mobility, as transportation remains a major source of emissions.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Environmental regulations and increasing fuel costs are accelerating EV adoption, though growth varies by region, vehicle category, and powertrain.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Data analytics is essential to understand EV growth patterns and support effective infrastructure planning and policy decisions.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Transportation contributes nearly </a:t>
            </a:r>
            <a:r>
              <a:rPr lang="en-US" sz="2400" b="1" dirty="0"/>
              <a:t>25% of global CO₂ emissions</a:t>
            </a:r>
            <a:r>
              <a:rPr lang="en-US" sz="2400" dirty="0"/>
              <a:t>, making EV adoption critical.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9404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"/>
    </mc:Choice>
    <mc:Fallback>
      <p:transition spd="slow" advTm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962F8-3741-2C0E-3161-A91401052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9AFCA6-DBE7-5BAE-656F-B71479F57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How has global EV adoption evolved from 2010–2024 across regions, vehicle categories, and powertrain technologies, and what factors drive these changes?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7278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285"/>
    </mc:Choice>
    <mc:Fallback>
      <p:transition spd="slow" advTm="3228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E145F-9816-BABD-690D-EE8ECF5D4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VEHICLES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B5CCD-1800-0B3C-1B96-D67ECACD1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BEV (Battery Electric Vehicle):</a:t>
            </a:r>
            <a:r>
              <a:rPr lang="en-US" dirty="0"/>
              <a:t> Operates solely on electric power stored in batteries, with no use of petrol or diesel engines.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PHEV (Plug-in Hybrid Electric Vehicle):</a:t>
            </a:r>
            <a:r>
              <a:rPr lang="en-US" dirty="0"/>
              <a:t> Combines an electric motor and a fuel engine, and can be recharged by plugging into an external power source.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HEV (Hybrid Electric Vehicle):</a:t>
            </a:r>
            <a:r>
              <a:rPr lang="en-US" dirty="0"/>
              <a:t> Uses a conventional fuel engine supported by an electric motor, without the need for external charging.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FCEV (Fuel Cell Electric Vehicle):</a:t>
            </a:r>
            <a:r>
              <a:rPr lang="en-US" dirty="0"/>
              <a:t> Generates electricity using hydrogen fuel cells, producing water as the only by-product.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7535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2748"/>
    </mc:Choice>
    <mc:Fallback>
      <p:transition spd="slow" advTm="12274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3C097-14D3-6C0C-39BA-0150EC94D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743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B2B38-1541-CB04-D437-7F24DEACD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A1D86D-6EF5-BFEC-CDE1-07A357D7B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84" y="291081"/>
            <a:ext cx="11139948" cy="620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8572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5002"/>
    </mc:Choice>
    <mc:Fallback>
      <p:transition spd="slow" advTm="235002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DF94E-0D88-FBA4-1946-D92B1849B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7BB6B-5770-D255-7477-941A3D2A07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BCD08B-BC69-BF7A-D8C3-843F4BEE9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8" y="365126"/>
            <a:ext cx="11132065" cy="621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788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2166"/>
    </mc:Choice>
    <mc:Fallback>
      <p:transition spd="slow" advTm="142166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BB97B-F481-57EE-345F-575D6B5B3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D0E8E-E583-085A-EAD0-57F263419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BCC4C4-8716-44D2-595B-9765D7B30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13" y="306922"/>
            <a:ext cx="11274358" cy="6280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3224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3253"/>
    </mc:Choice>
    <mc:Fallback>
      <p:transition spd="slow" advTm="12325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7BA2E-9309-6403-8E87-83C1AE8E8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3F389-BD6C-3CB0-174D-0AC437DEC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737D7A-E0A6-91D3-31AF-1689EE0F0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28" y="216604"/>
            <a:ext cx="11198943" cy="642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386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7671"/>
    </mc:Choice>
    <mc:Fallback>
      <p:transition spd="slow" advTm="7767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8A316-140C-0F61-207B-13BD8EE79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the Data Reveals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9D2DB-84BB-0E56-9874-F4235FEEA1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EV adoption is accelerating globally.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/>
              <a:t>BEVs dominate most regions.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/>
              <a:t>Policy-driven regions grow faster.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Infrastructure readiness is a key driver.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3880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3963"/>
    </mc:Choice>
    <mc:Fallback>
      <p:transition spd="slow" advTm="7396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AA08F-7EB9-C6DB-0348-6BEE47ADC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FBF48-E157-9741-F9F0-4429836D0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The global EV market is transitioning rapidly due to policy support, technological advancements, and environmental necessity. Data analytics plays a vital role in guiding sustainable mobility decisions.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1419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2270"/>
    </mc:Choice>
    <mc:Fallback>
      <p:transition spd="slow" advTm="6227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A4786-945D-4EC4-5318-81BD1D2C6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BE67B-2B4B-D642-FAA6-385BC6CB81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 algn="just">
              <a:buNone/>
            </a:pPr>
            <a:endParaRPr lang="en-US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Expand charging infrastructure in emerging markets.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/>
              <a:t>Promote affordable EV models</a:t>
            </a:r>
            <a:r>
              <a:rPr lang="en-US" dirty="0"/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Strengthen regional EV policies.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Encourage clean energy integration.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376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516"/>
    </mc:Choice>
    <mc:Fallback>
      <p:transition spd="slow" advTm="16516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349</Words>
  <Application>Microsoft Office PowerPoint</Application>
  <PresentationFormat>Widescreen</PresentationFormat>
  <Paragraphs>47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Calibri</vt:lpstr>
      <vt:lpstr>Arial</vt:lpstr>
      <vt:lpstr>Wingdings</vt:lpstr>
      <vt:lpstr>Times New Roman</vt:lpstr>
      <vt:lpstr>Aptos Display</vt:lpstr>
      <vt:lpstr>Libre Baskerville</vt:lpstr>
      <vt:lpstr>Office Theme</vt:lpstr>
      <vt:lpstr>PowerPoint Presentation</vt:lpstr>
      <vt:lpstr>Agenda</vt:lpstr>
      <vt:lpstr>Introduction</vt:lpstr>
      <vt:lpstr>Business Problem</vt:lpstr>
      <vt:lpstr>TYPES OF VEHICLES </vt:lpstr>
      <vt:lpstr>PowerPoint Presentation</vt:lpstr>
      <vt:lpstr>PowerPoint Presentation</vt:lpstr>
      <vt:lpstr>PowerPoint Presentation</vt:lpstr>
      <vt:lpstr>PowerPoint Presentation</vt:lpstr>
      <vt:lpstr>What the Data Reveals</vt:lpstr>
      <vt:lpstr>Conclusion</vt:lpstr>
      <vt:lpstr>Recommendations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vedasri bhonagiri</cp:lastModifiedBy>
  <cp:revision>3</cp:revision>
  <dcterms:created xsi:type="dcterms:W3CDTF">2021-02-16T05:19:01Z</dcterms:created>
  <dcterms:modified xsi:type="dcterms:W3CDTF">2026-01-02T17:31:02Z</dcterms:modified>
</cp:coreProperties>
</file>